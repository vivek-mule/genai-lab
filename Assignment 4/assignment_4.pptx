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274320" cy="5143500"/>
          </a:xfrm>
          <a:prstGeom prst="rect">
            <a:avLst/>
          </a:prstGeom>
          <a:solidFill>
            <a:srgbClr val="E8856B"/>
          </a:solidFill>
          <a:ln w="12700">
            <a:solidFill>
              <a:srgbClr val="E885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Question-Answering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Pre-trained Transformer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904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737360"/>
            <a:ext cx="457200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874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Prachee Prasad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2258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381060   |   PRN: 22311748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2834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Vivek Mule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3218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381072   |   PRN: 22420145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3931920"/>
            <a:ext cx="457200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4041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Lab  —  Semester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lab does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question-answering chatbot using pre-trained NLP models from Hugging Face.
</a:t>
            </a:r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extractive QA works — the model reads a context paragraph and locates the answer span.
</a:t>
            </a:r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four pre-trained QA models side-by-side on the same questions, observing how each one answers.
</a:t>
            </a:r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4. 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how model size, training data, and fine-tuning dataset affect answer quality.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0" cy="384048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83480" y="1417320"/>
            <a:ext cx="36576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417320"/>
            <a:ext cx="64008" cy="1298448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527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38928" y="1755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assignment_4.ipynb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38928" y="20574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models: DistilBERT (x2), ALBERT, XLM-RoBERTa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across four models with confidence scores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Extractive QA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2606040" cy="64008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70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Paragraph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block of text provided by the developer — the model only answers from this.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90672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51560"/>
            <a:ext cx="2606040" cy="64008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170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432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6432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Tokenizes input, computes attention across question + context tokens together.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25312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51560"/>
            <a:ext cx="2606040" cy="64008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170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1072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Span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91072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START and END token positions. The answer is extracted — not generated.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8229600" cy="914400"/>
          </a:xfrm>
          <a:prstGeom prst="rect">
            <a:avLst/>
          </a:prstGeom>
          <a:solidFill>
            <a:srgbClr val="FDF0EC"/>
          </a:solidFill>
          <a:ln w="12700">
            <a:solidFill>
              <a:srgbClr val="E885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18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Key distinction: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4930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generative models (ChatGPT, Gemini) that produce new text, extractive QA models only return a verbatim span from the context. This makes them fast, deterministic, and less prone to hallucination — but answers are limited to what the context contains.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Hugging Face pipeline()?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pipeline() API wraps model loading, tokenization, and inference in one call. No training needed — models are already fine-tuned on SQuAD (Stanford QA Dataset).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Structure — assignment_4.ipynb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 &amp; what each does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800000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 — Install dependencies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!pip install transformers torch installs Hugging Face Transformers and PyTorch into the kernel.</a:t>
            </a:r>
          </a:p>
          <a:p>
            <a:pPr indent="0" marL="0">
              <a:buNone/>
            </a:pPr>
            <a:r>
              <a:rPr lang="en-US" sz="600" dirty="0">
                <a:solidFill>
                  <a:srgbClr val="FAF8F5"/>
                </a:solidFill>
                <a:latin typeface="Calibri"/>
              </a:rPr>
              <a:t xml:space="preserve"> </a:t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 — Load models &amp; define data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all 4 model IDs, the Generative AI context paragraph, and 6 test questions. Calls build_pipelines() to load all four QA pipelines at once.</a:t>
            </a:r>
          </a:p>
          <a:p>
            <a:pPr indent="0" marL="0">
              <a:buNone/>
            </a:pPr>
            <a:r>
              <a:rPr lang="en-US" sz="600" dirty="0">
                <a:solidFill>
                  <a:srgbClr val="FAF8F5"/>
                </a:solidFill>
                <a:latin typeface="Calibri"/>
              </a:rPr>
              <a:t xml:space="preserve"> </a:t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 — Batch comparison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ask_all_questions() to run all 6 pre-defined questions through all 4 models, printing aligned answers and confidence scores side-by-side.</a:t>
            </a:r>
          </a:p>
          <a:p>
            <a:pPr indent="0" marL="0">
              <a:buNone/>
            </a:pPr>
            <a:r>
              <a:rPr lang="en-US" sz="600" dirty="0">
                <a:solidFill>
                  <a:srgbClr val="FAF8F5"/>
                </a:solidFill>
                <a:latin typeface="Calibri"/>
              </a:rPr>
              <a:t xml:space="preserve"> </a:t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4 — Interactive loop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free-form user questions in a while loop, queries all 4 models live, and prints each answer with its confidence score. Type exit to stop.</a:t>
            </a:r>
          </a:p>
        </p:txBody>
      </p:sp>
      <p:sp>
        <p:nvSpPr>
          <p:cNvPr id="20" name="CodeBg"/>
          <p:cNvSpPr/>
          <p:nvPr/>
        </p:nvSpPr>
        <p:spPr>
          <a:xfrm>
            <a:off x="4570000" y="1005840"/>
            <a:ext cx="4100000" cy="3448320"/>
          </a:xfrm>
          <a:prstGeom prst="rect">
            <a:avLst/>
          </a:prstGeom>
          <a:solidFill>
            <a:srgbClr val="1E1E1E"/>
          </a:solidFill>
          <a:ln>
            <a:noFill/>
          </a:ln>
        </p:spPr>
      </p:sp>
      <p:sp>
        <p:nvSpPr>
          <p:cNvPr id="21" name="Text CodeLabel"/>
          <p:cNvSpPr/>
          <p:nvPr/>
        </p:nvSpPr>
        <p:spPr>
          <a:xfrm>
            <a:off x="4570000" y="960000"/>
            <a:ext cx="4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4 — Interactive loop (code)</a:t>
            </a:r>
            <a:endParaRPr lang="en-US" sz="1100" dirty="0"/>
          </a:p>
        </p:txBody>
      </p:sp>
      <p:sp>
        <p:nvSpPr>
          <p:cNvPr id="22" name="Text Code"/>
          <p:cNvSpPr/>
          <p:nvPr/>
        </p:nvSpPr>
        <p:spPr>
          <a:xfrm>
            <a:off x="4650000" y="1080000"/>
            <a:ext cx="3950000" cy="33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True: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user_q = </a:t>
            </a:r>
            <a:r>
              <a:rPr lang="en-US" sz="8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85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("Ask a question (or 'exit'): ")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user_q.lower() == </a:t>
            </a:r>
            <a:r>
              <a:rPr lang="en-US" sz="85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"exit"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print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("Chatbot exited.")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break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label, qa 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qa_pipelines: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response = qa(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question=user_q,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context=context)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print</a:t>
            </a:r>
            <a:r>
              <a:rPr lang="en-US" sz="85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(f"[{label}] Answer:"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f"{response['answer']}"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f"(conf: {response['score']:.4f}))"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— Multi-Model Comparison (Notebook)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loads four pre-trained QA models and runs the same six questions through each one, printing answers and confidence scores side by side.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1945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1481328"/>
            <a:ext cx="96012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14813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11880" y="1481328"/>
            <a:ext cx="96012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4813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481328"/>
            <a:ext cx="118872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4813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1481328"/>
            <a:ext cx="342900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4813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feature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1847088"/>
            <a:ext cx="2194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47088"/>
            <a:ext cx="54864" cy="62179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18470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uncased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1847088"/>
            <a:ext cx="960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847088"/>
            <a:ext cx="85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1847088"/>
            <a:ext cx="960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1847088"/>
            <a:ext cx="85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847088"/>
            <a:ext cx="1188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4708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v1.1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1847088"/>
            <a:ext cx="3429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1847088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 fast; all text lowercased for simplicity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487168"/>
            <a:ext cx="219456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487168"/>
            <a:ext cx="54864" cy="62179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248716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cased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51760" y="2487168"/>
            <a:ext cx="96012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487168"/>
            <a:ext cx="85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2487168"/>
            <a:ext cx="96012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487168"/>
            <a:ext cx="85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487168"/>
            <a:ext cx="118872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48716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v1.1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2487168"/>
            <a:ext cx="342900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2487168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capitalisation — more accurate for proper nouns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127248"/>
            <a:ext cx="2194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127248"/>
            <a:ext cx="54864" cy="62179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" y="312724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base v2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51760" y="3127248"/>
            <a:ext cx="960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3127248"/>
            <a:ext cx="85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11880" y="3127248"/>
            <a:ext cx="960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3127248"/>
            <a:ext cx="85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12*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127248"/>
            <a:ext cx="1188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12724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60720" y="3127248"/>
            <a:ext cx="3429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3127248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model; cross-layer param sharing; handles unanswerable Qs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767328"/>
            <a:ext cx="219456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3767328"/>
            <a:ext cx="54864" cy="62179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" y="376732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3767328"/>
            <a:ext cx="96012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0" y="3767328"/>
            <a:ext cx="85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~270M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11880" y="3767328"/>
            <a:ext cx="96012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03320" y="3767328"/>
            <a:ext cx="85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3767328"/>
            <a:ext cx="118872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76732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60720" y="3767328"/>
            <a:ext cx="3429000" cy="621792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2160" y="3767328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(100 languages); largest &amp; highest confidence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ALBERT uses cross-layer parameter sharing, so 12 layers share weights — actual unique parameters are ~12M.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Code — Key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build_pipelines()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one pipeline per model. Tokenizer is passed explicitly to avoid version errors.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93192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build_pipelines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(model_items):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[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(label, pipeline(
</a:t>
            </a:r>
            <a:pPr indent="0" marL="0">
              <a:buNone/>
            </a:pPr>
            <a:r>
              <a:rPr lang="en-US" sz="90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"question-answering",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model=model_id,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tokenizer=model_id,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))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label, model_id 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model_items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ask_all()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 question across all four models and prints each answer with its confidence score.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664208"/>
            <a:ext cx="393192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5564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 </a:t>
            </a:r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ask_all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(models_pipes, q, ctx):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label, qa 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models_pipes: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result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qa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question=q,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context=ctx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)
</a:t>
            </a:r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print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90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 {label}"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print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90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Answer: {result[</a:t>
            </a:r>
            <a:pPr indent="0" marL="0">
              <a:buNone/>
            </a:pPr>
            <a:r>
              <a:rPr lang="en-US" sz="90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'answer'</a:t>
            </a:r>
            <a:pPr indent="0" marL="0">
              <a:buNone/>
            </a:pPr>
            <a:r>
              <a:rPr lang="en-US" sz="90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print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90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Score:  {result[</a:t>
            </a:r>
            <a:pPr indent="0" marL="0">
              <a:buNone/>
            </a:pPr>
            <a:r>
              <a:rPr lang="en-US" sz="90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'score'</a:t>
            </a:r>
            <a:pPr indent="0" marL="0">
              <a:buNone/>
            </a:pPr>
            <a:r>
              <a:rPr lang="en-US" sz="900" dirty="0">
                <a:solidFill>
                  <a:srgbClr val="6DB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]:.4f}"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0" cy="278892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22192"/>
            <a:ext cx="8229600" cy="1078992"/>
          </a:xfrm>
          <a:prstGeom prst="rect">
            <a:avLst/>
          </a:prstGeom>
          <a:solidFill>
            <a:srgbClr val="FDF0EC"/>
          </a:solidFill>
          <a:ln w="12700">
            <a:solidFill>
              <a:srgbClr val="E885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encountered &amp; fix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416052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notebook raised TypeError: QuestionAnsweringPipeline.__init__() missing 1 required positional argument: 'tokenizer'. This is a Hugging Face version compatibility issue — newer versions no longer auto-resolve the tokenizer for models that use SentencePiece. Fix: always pass tokenizer=model_id explicitly, and install sentencepiece via pip.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Output &amp; Observations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used: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138160" cy="566928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35024"/>
            <a:ext cx="7818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"Generative AI refers to models that create new content by learning patterns from large datasets. It works by predicting likely next tokens given a prompt. A key benefit is faster content creation. A key risk is producing incorrect or fabricated information."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"What is generative AI?"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76856"/>
            <a:ext cx="8138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76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uncased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0" y="22768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 new content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52360" y="2276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8138160" cy="237744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237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cased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0" y="252374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 new content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52360" y="2523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70632"/>
            <a:ext cx="8138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70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base v2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0" y="27706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content (text, images, audio, code)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52360" y="2770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8138160" cy="237744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17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0" y="30175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 new content (text, images, audio, code)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52360" y="3017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"Name a risk of generative AI."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694176"/>
            <a:ext cx="8138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94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uncased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0320" y="36941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incorrect or fabricated information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52360" y="3694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941064"/>
            <a:ext cx="8138160" cy="237744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941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cased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0320" y="39410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incorrect or fabricated information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52360" y="39410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4187952"/>
            <a:ext cx="8138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base v2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60320" y="41879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or fabricated information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52360" y="4187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4434840"/>
            <a:ext cx="8138160" cy="237744"/>
          </a:xfrm>
          <a:prstGeom prst="rect">
            <a:avLst/>
          </a:prstGeom>
          <a:solidFill>
            <a:srgbClr val="F7F5F2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434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60320" y="44348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incorrect or fabricated information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52360" y="4434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column: confidence (0–1). Higher = model more certain of the answer span.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60704"/>
            <a:ext cx="292608" cy="292608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0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0241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Extractive QA does not generate — it finds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2688" y="13716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selects a span from the provided context. If the answer is not in the context, it still attempts to return something — there is no built-in refusal (unless trained on SQuAD v2).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8183880" cy="0"/>
          </a:xfrm>
          <a:prstGeom prst="line">
            <a:avLst/>
          </a:prstGeom>
          <a:noFill/>
          <a:ln w="6350">
            <a:solidFill>
              <a:srgbClr val="E0DC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66544"/>
            <a:ext cx="292608" cy="292608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Hugging Face pipeline() is remarkably simple to use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23774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code are enough to load a production-grade NLP model. The abstraction hides tokenization, batching, and softmax — letting focus stay on the problem.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80944"/>
            <a:ext cx="8183880" cy="0"/>
          </a:xfrm>
          <a:prstGeom prst="line">
            <a:avLst/>
          </a:prstGeom>
          <a:noFill/>
          <a:ln w="6350">
            <a:solidFill>
              <a:srgbClr val="E0DC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72384"/>
            <a:ext cx="292608" cy="292608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3035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size and training data both matter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33832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(270M params, SQuAD v2) gave the richest, most confident answers. ALBERT (12M params) was efficient and handled unanswerable questions thanks to SQuAD v2 fine-tuning.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986784"/>
            <a:ext cx="8183880" cy="0"/>
          </a:xfrm>
          <a:prstGeom prst="line">
            <a:avLst/>
          </a:prstGeom>
          <a:noFill/>
          <a:ln w="6350">
            <a:solidFill>
              <a:srgbClr val="E0DC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078224"/>
            <a:ext cx="292608" cy="292608"/>
          </a:xfrm>
          <a:prstGeom prst="rect">
            <a:avLst/>
          </a:prstGeom>
          <a:solidFill>
            <a:srgbClr val="C0583A"/>
          </a:solidFill>
          <a:ln w="12700">
            <a:solidFill>
              <a:srgbClr val="C058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4041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version pinning is critical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43891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TypeError in the notebook was caused by a Hugging Face API change between versions. Always pin transformers version and pass tokenizer explicitly when deploying.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54864" cy="5143500"/>
          </a:xfrm>
          <a:prstGeom prst="rect">
            <a:avLst/>
          </a:prstGeom>
          <a:solidFill>
            <a:srgbClr val="E0DCD6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3200400" cy="0"/>
          </a:xfrm>
          <a:prstGeom prst="line">
            <a:avLst/>
          </a:prstGeom>
          <a:noFill/>
          <a:ln w="25400">
            <a:solidFill>
              <a:srgbClr val="C05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231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Build a Simple Question-Answering Chatbot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 |  Semester 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731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Prachee Prasad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4813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381060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0" y="1719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22311748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0" y="2148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Vivek Mule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5328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381072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0" y="2770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22420145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3337560"/>
            <a:ext cx="2743200" cy="0"/>
          </a:xfrm>
          <a:prstGeom prst="line">
            <a:avLst/>
          </a:prstGeom>
          <a:noFill/>
          <a:ln w="9525">
            <a:solidFill>
              <a:srgbClr val="E0D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456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 in this lab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3712464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distilbert-base-uncased-distilled-squad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distilbert-base-cased-distilled-squad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twmkn9/albert-base-v2-squad2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deepset/xlm-roberta-base-squad2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4 – QA Chatbot</dc:title>
  <dc:subject>PptxGenJS Presentation</dc:subject>
  <dc:creator>PptxGenJS</dc:creator>
  <cp:lastModifiedBy>PptxGenJS</cp:lastModifiedBy>
  <cp:revision>1</cp:revision>
  <dcterms:created xsi:type="dcterms:W3CDTF">2026-03-24T06:15:40Z</dcterms:created>
  <dcterms:modified xsi:type="dcterms:W3CDTF">2026-03-24T06:15:40Z</dcterms:modified>
</cp:coreProperties>
</file>